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2" r:id="rId5"/>
    <p:sldId id="263" r:id="rId6"/>
    <p:sldId id="268" r:id="rId7"/>
    <p:sldId id="269" r:id="rId8"/>
    <p:sldId id="270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11976C-EE37-413B-A3F2-E8CDE1409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6E4DA8C-F446-4A7F-9C32-07798C6E06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7BACB6-270E-49DD-B487-1919B57A9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A057B-730C-45E1-978D-4846DEF29F70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8B7311-0FCF-4F4F-99C8-2C2A172FF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52C366-D490-442F-A1CC-B4F3E3A0E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7526C-A97F-4051-9C0B-40E11ED432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6079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C0F50B-63B8-403B-AE51-C215A19DD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AC00A4-20CB-4310-A2E4-B79C652B8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773B10-78CC-4708-8A7F-73E6AD765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A057B-730C-45E1-978D-4846DEF29F70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EBA92B-561D-4B7A-B890-965637CBD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8B1AA3-6BF4-48E8-B7DA-079D7B84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7526C-A97F-4051-9C0B-40E11ED432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8700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1973C4-80DA-46AA-808E-331D71F21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ADEEFB2-F80E-42D5-9348-5B7C0B36A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363C26-0C47-451D-AF78-23AF28DE9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A057B-730C-45E1-978D-4846DEF29F70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88AD4F-4D62-42FD-89F3-09782336D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6CD69C-0371-4AD2-8C9C-90CC37E80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7526C-A97F-4051-9C0B-40E11ED432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1404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E74B7F-0348-46AA-9282-1E8820FED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411241-0B1D-4CCD-9736-9B5A8F2F02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B9AF172-1D26-4A60-BE3C-6907400DD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705FF94-4C06-4454-A024-E264A2383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A057B-730C-45E1-978D-4846DEF29F70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E41CBE-5C9D-4463-8F78-E461470BF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D312A2-8E5B-4C7F-BBA5-5E7ED042B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7526C-A97F-4051-9C0B-40E11ED432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0821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F97E1F-6B79-440C-BB52-13064F6ED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C6C760-FF04-47E2-BDD8-EA3C846A8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0A4AF8C-18E1-4D5D-81E6-CE4FD88A8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85C24F5-F5B5-4B06-BB1F-798AFACC7D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7A963EB-C31C-401B-8051-5C419991E2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429D830-B052-4027-B297-6EF4F6794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A057B-730C-45E1-978D-4846DEF29F70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A856C5B-69B6-4BAA-9156-7163071C9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BD3157C-8B1C-48AA-8487-5EA4213B8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7526C-A97F-4051-9C0B-40E11ED432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3538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BFA8DA-6BBD-4381-9460-7B832F004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4B56721-7CE9-4EF7-AF03-25197F2C8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A057B-730C-45E1-978D-4846DEF29F70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646934-48AF-4F0F-B952-BC5A20C76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1DD77D2-4E28-4494-8F78-D79E52E4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7526C-A97F-4051-9C0B-40E11ED432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445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47C5B82-7D09-41A8-ADF4-8004822B3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A057B-730C-45E1-978D-4846DEF29F70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E6B17D2-CE96-4B4F-AFE2-659B20BD5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38AA32-2D59-487E-BA5F-B7978904B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7526C-A97F-4051-9C0B-40E11ED432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3767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867167-D43A-4FBA-B2C2-CAF5E7925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8B3BC2-1459-45CF-B3B4-E19D19652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A68936B-DE85-449B-939F-241CD369B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267C372-1ED8-48FA-AEE3-D4A86D0E6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A057B-730C-45E1-978D-4846DEF29F70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164FC7-7563-4447-A988-A4FADF6E5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2B31F9-9BA7-432F-9301-F5BF88ACF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7526C-A97F-4051-9C0B-40E11ED432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0440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1A52F3-E257-4168-94DD-B1E3B695E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F72D45C-B133-4DFE-9C53-37F0D02F6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1B25D42-BC1B-47D3-86D6-518E037DE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6B613BF-8B01-4357-8021-2F79AC64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A057B-730C-45E1-978D-4846DEF29F70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111449-0048-4D67-9232-F7A47676E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CFA639-3335-445F-9015-38E73EAD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7526C-A97F-4051-9C0B-40E11ED432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2377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65108-41BE-4712-8A43-26DD347CC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42DEE40-335F-4C76-9D98-C5D1F31DA6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67E194-6A1B-4E0C-8A47-FF03831B1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A057B-730C-45E1-978D-4846DEF29F70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9BFD7C-A872-44AF-BCF9-A9411F438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F35790-57FF-4681-BBD6-740800A6A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7526C-A97F-4051-9C0B-40E11ED432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6645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DF38FC2-C11E-4D0B-B6F9-5DE8B5C8A7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98E5DC9-DCFA-49E4-995B-DA28CCB0F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401AD8-A84F-44B3-99C1-DFC466620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A057B-730C-45E1-978D-4846DEF29F70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9926C8-E5F9-474F-9D0E-2A6F21C7F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C98C3C-F1EB-4AD8-A998-FF2402A53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7526C-A97F-4051-9C0B-40E11ED432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5046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F6A324-48B6-42DC-9EAD-C27D51455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D911524-4740-43B3-90B6-DEDB4ED01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1BA861-F24F-43A7-BF18-C7AA2B5F12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A057B-730C-45E1-978D-4846DEF29F70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96D98F-152D-4CD0-A5C1-48D8731417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4F3894-E5B5-4329-8F56-E295D6CB1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D7526C-A97F-4051-9C0B-40E11ED432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681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13EBAC-1896-4C1D-9849-91117B905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ru-RU" dirty="0"/>
              <a:t>Изменение характеристик пучка в ускорителе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5DF446-3557-10CE-9638-CCB887768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433876" y="316598"/>
            <a:ext cx="1161313" cy="97185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F8EB26-3D8B-BFAB-D607-C0EB80908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339839" y="316598"/>
            <a:ext cx="1031627" cy="93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002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C94B4-AC60-493D-9BFF-FC0F733EF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Типичный кольцевой ускоритель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9B02CF-8004-4096-808B-F7F4F8EB1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85277" y="2570457"/>
            <a:ext cx="2604562" cy="4130049"/>
          </a:xfrm>
        </p:spPr>
        <p:txBody>
          <a:bodyPr>
            <a:normAutofit/>
          </a:bodyPr>
          <a:lstStyle/>
          <a:p>
            <a:r>
              <a:rPr lang="ru-RU" sz="1800" dirty="0"/>
              <a:t>Пролетный канал</a:t>
            </a:r>
          </a:p>
          <a:p>
            <a:r>
              <a:rPr lang="ru-RU" sz="1800" dirty="0"/>
              <a:t>Ускоряющий промежуток</a:t>
            </a:r>
          </a:p>
          <a:p>
            <a:r>
              <a:rPr lang="ru-RU" sz="1800" dirty="0"/>
              <a:t>Фокусирующая линза</a:t>
            </a:r>
          </a:p>
          <a:p>
            <a:r>
              <a:rPr lang="ru-RU" sz="1800" dirty="0" err="1"/>
              <a:t>Дефокус</a:t>
            </a:r>
            <a:r>
              <a:rPr lang="ru-RU" sz="1800" dirty="0"/>
              <a:t> линза</a:t>
            </a:r>
          </a:p>
          <a:p>
            <a:r>
              <a:rPr lang="ru-RU" sz="1800" dirty="0"/>
              <a:t>…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FDF1F9-4FEA-4D5B-B1EA-D0DA7B116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8925"/>
            <a:ext cx="5077534" cy="346758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C27CE36-3A24-415C-8AEF-DE9E14075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396" y="2450550"/>
            <a:ext cx="4270408" cy="43698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213CBE-6B58-4E7C-946B-F48DF88E8122}"/>
              </a:ext>
            </a:extLst>
          </p:cNvPr>
          <p:cNvSpPr txBox="1"/>
          <p:nvPr/>
        </p:nvSpPr>
        <p:spPr>
          <a:xfrm>
            <a:off x="9129209" y="1738925"/>
            <a:ext cx="2516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</a:t>
            </a:r>
            <a:r>
              <a:rPr lang="en-US" sz="2800" dirty="0"/>
              <a:t> = </a:t>
            </a:r>
            <a:r>
              <a:rPr lang="en-US" sz="2800" dirty="0" err="1"/>
              <a:t>q</a:t>
            </a:r>
            <a:r>
              <a:rPr lang="en-US" sz="2800" b="1" dirty="0" err="1"/>
              <a:t>E</a:t>
            </a:r>
            <a:r>
              <a:rPr lang="en-US" sz="2800" dirty="0"/>
              <a:t> + q[</a:t>
            </a:r>
            <a:r>
              <a:rPr lang="en-US" sz="2800" b="1" dirty="0" err="1"/>
              <a:t>vB</a:t>
            </a:r>
            <a:r>
              <a:rPr lang="en-US" sz="2800" dirty="0"/>
              <a:t>]</a:t>
            </a:r>
            <a:endParaRPr lang="ru-RU" sz="2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E18BCBE-9ECA-FB4C-74BC-6FEF367D5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0637505" y="277921"/>
            <a:ext cx="1052334" cy="95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346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230E7D-99DC-4180-A8EF-93F3AA334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Магнитная система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738A2B-22D7-4581-AEE4-7D25F89F9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C83BC17-2758-421E-B4E4-A2197103D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646" y="1481676"/>
            <a:ext cx="9678751" cy="32580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8832C1-6BC9-4846-AD2E-292572C718FA}"/>
              </a:ext>
            </a:extLst>
          </p:cNvPr>
          <p:cNvSpPr txBox="1"/>
          <p:nvPr/>
        </p:nvSpPr>
        <p:spPr>
          <a:xfrm>
            <a:off x="1258349" y="4811990"/>
            <a:ext cx="1543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Направление пучка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A05DD7-4780-4C5A-A1EF-2DEDFB12BB54}"/>
              </a:ext>
            </a:extLst>
          </p:cNvPr>
          <p:cNvSpPr txBox="1"/>
          <p:nvPr/>
        </p:nvSpPr>
        <p:spPr>
          <a:xfrm>
            <a:off x="3213683" y="4811989"/>
            <a:ext cx="1543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Линейная фокусировка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B0E0E4-A8C0-4FAF-A41E-7C594C0845F2}"/>
              </a:ext>
            </a:extLst>
          </p:cNvPr>
          <p:cNvSpPr txBox="1"/>
          <p:nvPr/>
        </p:nvSpPr>
        <p:spPr>
          <a:xfrm>
            <a:off x="6906237" y="4811989"/>
            <a:ext cx="1543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Нелинейная фокусировка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B738E0F-0C19-626B-1D04-226346A5D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637505" y="277921"/>
            <a:ext cx="1052334" cy="95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77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79158E-C718-4496-9D8D-642EA0760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Магнитная система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912AFA-AE50-47AA-A689-14BE2F864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4FD8132-04B9-4F63-BF8D-CEE6FA4F8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965" y="1825625"/>
            <a:ext cx="7678591" cy="485760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C8A91B6-83E7-8B82-7E22-E33497BF5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637505" y="277921"/>
            <a:ext cx="1052334" cy="95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386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D8EC21-4BD8-4DFB-9B85-5A8194E6E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Движение </a:t>
            </a:r>
            <a:r>
              <a:rPr lang="ru-RU" dirty="0" err="1"/>
              <a:t>референсной</a:t>
            </a:r>
            <a:r>
              <a:rPr lang="ru-RU" dirty="0"/>
              <a:t> частицы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18E142-ACCA-406E-8D7A-861E65CB3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19179"/>
            <a:ext cx="10155067" cy="228631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841B61A-8745-4982-B32F-6D2F5E93A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786" y="1362029"/>
            <a:ext cx="1600423" cy="65731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460DE9D-AEA7-429D-A84F-67D7A78086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376277"/>
            <a:ext cx="1152686" cy="220058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AF1E07-A635-4913-94D7-B9636C47E2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6676" y="4295321"/>
            <a:ext cx="2086266" cy="47631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D279409-1FCD-4D9D-B765-974691CABC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4146" y="4700922"/>
            <a:ext cx="1790950" cy="32389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D2E41D7-A79A-4529-8CE7-3A17CBBC15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8356" y="5263662"/>
            <a:ext cx="2362530" cy="35247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D4D4BCD-F471-42EB-9CD4-59BC365E3D31}"/>
              </a:ext>
            </a:extLst>
          </p:cNvPr>
          <p:cNvSpPr txBox="1"/>
          <p:nvPr/>
        </p:nvSpPr>
        <p:spPr>
          <a:xfrm>
            <a:off x="857956" y="3548960"/>
            <a:ext cx="41216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Параметры частицы определяются</a:t>
            </a:r>
            <a:br>
              <a:rPr lang="ru-RU" dirty="0"/>
            </a:br>
            <a:r>
              <a:rPr lang="ru-RU" dirty="0"/>
              <a:t> координатами в фазовом пространстве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4C757F-5053-4F42-9418-80B5E4B9C8B8}"/>
              </a:ext>
            </a:extLst>
          </p:cNvPr>
          <p:cNvSpPr txBox="1"/>
          <p:nvPr/>
        </p:nvSpPr>
        <p:spPr>
          <a:xfrm>
            <a:off x="6777091" y="3872126"/>
            <a:ext cx="4556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Можно перейти к матричному формализму </a:t>
            </a:r>
          </a:p>
          <a:p>
            <a:r>
              <a:rPr lang="ru-RU" dirty="0"/>
              <a:t>в первом приближении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1D8866A-5FB3-416A-A593-B59F4F6778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931" y="4860553"/>
            <a:ext cx="5053170" cy="1795449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064FD1F-6DDF-451B-B2B2-534DE4C841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1053" y="5702469"/>
            <a:ext cx="3720032" cy="95353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6F0CDC-553D-378E-3E30-FD43032386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 bwMode="auto">
          <a:xfrm>
            <a:off x="10637505" y="277921"/>
            <a:ext cx="1052334" cy="95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328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8B85AE-1818-41EA-9065-1828C7A4E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Матрица одного поворота. Устойчивость траектории</a:t>
            </a:r>
            <a:br>
              <a:rPr lang="ru-RU" dirty="0"/>
            </a:b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E691147-7576-42D4-A157-857588246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523" y="5612029"/>
            <a:ext cx="2876951" cy="108600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41B7F4-D64D-4438-09F4-98B4ECB47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344" y="1338214"/>
            <a:ext cx="2362530" cy="35247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301D424-17D4-1101-3966-452C62C39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859" y="1852723"/>
            <a:ext cx="3515398" cy="359727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60DAFC2-0BED-2182-7D4C-AF4FA4AA65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0637505" y="277921"/>
            <a:ext cx="1052334" cy="95792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AFA1D63-59F8-8E24-6315-D54B88F7EA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942" y="2337477"/>
            <a:ext cx="5259947" cy="295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986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122D9B-AB80-4CE3-B451-95C98DF0D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Эмиттанс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73CD869-935C-4117-BBFE-49570655A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24" y="2729974"/>
            <a:ext cx="5563376" cy="37629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E02FA-C4C4-46A4-B887-2A83A99EB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715" y="1495856"/>
            <a:ext cx="6344535" cy="7144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AD223BF-81C5-4DBC-A32E-F9AB3E638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588" y="2653764"/>
            <a:ext cx="5001323" cy="391532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B7AC0F6-A88F-45A6-F78C-59C1A7CF2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0637505" y="277921"/>
            <a:ext cx="1052334" cy="95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535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122D9B-AB80-4CE3-B451-95C98DF0D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53" y="365125"/>
            <a:ext cx="10515600" cy="1325563"/>
          </a:xfrm>
        </p:spPr>
        <p:txBody>
          <a:bodyPr/>
          <a:lstStyle/>
          <a:p>
            <a:r>
              <a:rPr lang="ru-RU" dirty="0"/>
              <a:t>Согласование пучка с каналом ускорителя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B7AC0F6-A88F-45A6-F78C-59C1A7CF2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637505" y="277921"/>
            <a:ext cx="1052334" cy="95792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E80B42E-6068-0A27-52BA-CB889E986D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48" y="2406933"/>
            <a:ext cx="6097389" cy="320112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B97BD05-AA3C-7974-4171-BB1FA7439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1491" y="3311849"/>
            <a:ext cx="4288170" cy="156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56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1655</TotalTime>
  <Words>68</Words>
  <Application>Microsoft Office PowerPoint</Application>
  <PresentationFormat>Широкоэкранный</PresentationFormat>
  <Paragraphs>20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Изменение характеристик пучка в ускорителе</vt:lpstr>
      <vt:lpstr>Типичный кольцевой ускоритель</vt:lpstr>
      <vt:lpstr>Магнитная система</vt:lpstr>
      <vt:lpstr>Магнитная система</vt:lpstr>
      <vt:lpstr>Движение референсной частицы</vt:lpstr>
      <vt:lpstr>Матрица одного поворота. Устойчивость траектории </vt:lpstr>
      <vt:lpstr>Эмиттанс</vt:lpstr>
      <vt:lpstr>Согласование пучка с каналом ускорителя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Андрей Батов</dc:creator>
  <cp:lastModifiedBy>Andrew B</cp:lastModifiedBy>
  <cp:revision>16</cp:revision>
  <dcterms:created xsi:type="dcterms:W3CDTF">2025-03-17T07:28:24Z</dcterms:created>
  <dcterms:modified xsi:type="dcterms:W3CDTF">2026-03-06T11:56:48Z</dcterms:modified>
</cp:coreProperties>
</file>